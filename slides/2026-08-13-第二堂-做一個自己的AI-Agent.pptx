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這一小時全程我示範，學員看著走。終點：一個真的活在網路上的 AI 應用，而我不會寫一行 code —— 這比在對話框裡做一個 Artifact 更有說服力。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一分鐘帶過，不要重講第一堂。</a:t>
            </a:r>
          </a:p>
          <a:p>
            <a:r>
              <a:t>只要確認三件事他們記得：① 規格是人談的 ② code 是 Codex 寫的 ③ GitHub Actions 幫你定時跑。</a:t>
            </a:r>
          </a:p>
          <a:p>
            <a:r>
              <a:t>然後把今天定位成「同一個產品往前長」——第一堂那顆競品監控器沒有畫面、也沒有人能打開它；今天補上這兩件。</a:t>
            </a:r>
          </a:p>
          <a:p>
            <a:r>
              <a:t>順便講：第一堂的成果我已經搬進今天這顆 repo，不用在兩邊搬檔案。</a:t>
            </a:r>
          </a:p>
          <a:p>
            <a:r>
              <a:t>版面放不下但要口頭補的：換監控對象改 config、換時間改 workflow、換週報格式改主程式 —— 上週真正學到的是「你知道東西住在哪一格」。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這頁是對 program 的交代：學員 9 月要跟 Aaron 老師準備 Demo Day pitch，而 pitch 需要一個真的能動的東西。</a:t>
            </a:r>
          </a:p>
          <a:p>
            <a:r>
              <a:t>今天給的就是那兩個能力 —— 讓 AI 幫你寫（vibe coding）、以及讓它活在網路上（server：部署、API、資料庫）。</a:t>
            </a:r>
          </a:p>
          <a:p>
            <a:r>
              <a:t>先打開我做好的範例讓他們操作一次，再開始講。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這頁就是「跳過 GitHub 跟寫 PRD」的交代頁，一分鐘帶過。有人上週沒來的話，指他去 repo 的 docs/02-prompts.md 拿訪談員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為什麼要誠實講這頁：prompt 裡寫「做完檢查有沒有遺漏」不會讓它變成 Agent，它只是在同一次生成裡多講幾句話。Anthropic 的定義是「LLM 動態決定自己的流程與工具使用」——一次呼叫的結構化輸出叫 workflow，不叫 agent。</a:t>
            </a:r>
          </a:p>
          <a:p/>
          <a:p>
            <a:r>
              <a:t>這頁也讓 deck 內部一致：後面五層那頁標了「❹ Loop 還沒做」，而 Loop 正是 Agent 的核心。兩頁不能一頁說沒做、一頁說做到了。</a:t>
            </a:r>
          </a:p>
          <a:p/>
          <a:p>
            <a:r>
              <a:t>有工程背景的學員會問這個 —— 誠實講你站得住腳，而且他們會更信任後面的內容。</a:t>
            </a:r>
          </a:p>
          <a:p>
            <a:r>
              <a:t>接下來三頁把骨架的三個零件逐個裝上去。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現場示範：先用沒有這幾條規則的版本跑一次，讓他們看到它編東西；加上規則再跑同一段，對照差別。這是整堂課最有說服力的一個 before/after。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順序很重要：先調 temperature 再考慮換 model。新手一遇到問題就想換更大的 model，多數時候調參數就解決了，而且免費。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先讓他們感覺到缺什麼，再講怎麼補。順序反了就變成「為什麼要學資料庫」。</a:t>
            </a:r>
          </a:p>
          <a:p>
            <a:r>
              <a:t>講清楚今天到哪裡為止：今天示範到「輸入 → AI → 看結果」，存資料是下一步，我給交辦的話，他們回家自己接。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這頁是整個資料庫段唯一必須從我嘴裡出去的東西：RLS。</a:t>
            </a:r>
          </a:p>
          <a:p>
            <a:r>
              <a:t>為什麼 anon key 在前端是設計如此 —— 所以安全邊界在 RLS 不在 key。</a:t>
            </a:r>
          </a:p>
          <a:p>
            <a:r>
              <a:t>驗證方法要講：開一個無痕視窗（沒有登入狀態）試著讀資料，讀得到就是沒生效。</a:t>
            </a:r>
          </a:p>
          <a:p>
            <a:r>
              <a:t>剩下的（裝什麼、建什麼欄位、怎麼寫查詢）都不用講 —— 那段話貼下去 Codex 會做。</a:t>
            </a:r>
          </a:p>
          <a:p>
            <a:r>
              <a:t>⚠️ 我自己要記得：Vercel 的 KV /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線上實作課 · 第二堂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>
                <a:solidFill>
                  <a:srgbClr val="1A1A1A"/>
                </a:solidFill>
                <a:latin typeface="Helvetica Neue"/>
                <a:ea typeface="Noto Sans TC"/>
              </a:rPr>
              <a:t>做一個自己的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>
                <a:solidFill>
                  <a:srgbClr val="4A4A4A"/>
                </a:solidFill>
                <a:latin typeface="Helvetica Neue"/>
                <a:ea typeface="Noto Sans TC"/>
              </a:rPr>
              <a:t>不會寫程式，也能讓它真的上線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8/13（四）19:00-20:00 · 蔡子揚 Young</a:t>
            </a:r>
          </a:p>
        </p:txBody>
      </p:sp>
      <p:pic>
        <p:nvPicPr>
          <p:cNvPr id="8" name="Picture 7" descr="qr-repo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上週你做出來的東西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ChatGPT
談清楚規格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交給 Codex
它寫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放上 GitHub
Actions 自動跑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每週自己產
競品週報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重點不是「會寫程式」，是你講兩句中文、它自己去做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0702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今天在同一顆 repo 上往前接：讓它有畫面、有 AI、而且活在網路上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今天你帶走兩個能力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Vibe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你說要什麼，AI 寫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你不讀每一行，你看結果對不對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桌面版直接改你的檔案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搞定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部署上線（Vercel）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接 AI API（Groq）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存資料（Supabase）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上週你已經寫過規格了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上週你做的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跟 ChatGPT 聊出需求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貼成 GitHub Issue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Codex 讀它、寫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今天沿用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同一份規格，不重寫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換成一個要上線的東西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重點在部署、存資料、調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規格怎麼寫、怎麼 review —— 上週那套照用，今天不重講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
開 PR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GitHub
你 merge
CI 檢查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Codex、按 merge
剩下每一步都是自動發生的 —— 這叫 CI/CD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我現在從零示範一次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dashboard；用光看 QUICKSTART 的 Plan 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Chatbot 跟 Agent 差在呼叫幾次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今天做到哪一步，我講清楚，不含糊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32461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4206240"/>
                <a:gridCol w="4142232"/>
              </a:tblGrid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今天做的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完整的 Agent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API 呼叫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多次，它自己決定要幾次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「自我檢查」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同一段輸出裡自己說「我不確定 X」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真的跑第二輪驗證第一輪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工具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沒有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自己呼叫工具查資料、讀檔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下一步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你決定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它看上一輪結果決定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0468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C2410C"/>
                </a:solidFill>
                <a:latin typeface="Helvetica Neue"/>
                <a:ea typeface="Noto Sans TC"/>
              </a:rPr>
              <a:t>今天裝的是骨架：角色 ＋ 判斷規則 ＋ 自我檢查
讓它自己跑多輪（五層裡的 ❹ Loop）是下一步 —— 今天不做，但你要知道差在哪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零件①：角色設定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零件②③：判斷規則 ＋ 自我檢查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1089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說：AI 的角色設定再加這幾條規則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沒寫負責人的填「未指定」，不要自己猜是誰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只根據我貼的內容，不要補你覺得應該有的事項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不確定屬於哪一類，就放進「待確認」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最後另外列一段「我不確定的地方」給我看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108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50992"/>
            <a:ext cx="103628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同一段筆記，它從「編出一堆合理但根本沒講過的待辦」
變成「老實承認這裡我不知道」—— 差別只在這四行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裝完之後：調參數讓它更穩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240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跟 Codex 說：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「把 temperature 設成 0.2，max_tokens 設成 1200」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temperature  沒設的話預設是 1，調低 = 每次結果更穩、少亂發揮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max_tokens   輸出上限，避免它寫成一篇論文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model        現在用 llama-3.3-70b-versatile，免費又快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240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469392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457200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輸出格式每次都跑掉 → 先叫它把 temperature 調到 0.2，不是換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512064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99872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答案被截斷 → 叫它把 max_tokens 加大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554736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542544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真的需要更強的推理 → 才叫它換更大的 model（會變慢）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你的網站現在沒有記憶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3687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重新整理 → 剛才打的東西不見了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1411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1693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關掉分頁 → 全部歸零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9913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69417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因為資料只活在瀏覽器的記憶體裡，沒有人把它寫下來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76859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47141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要留住 = 要有一個地方存 = 資料庫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今天不做完 —— 下一頁給你要怎麼交辦，回家自己接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要存資料的時候：交辦這一段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60604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我要讓網站記住使用者之前送出過的內容。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請幫我接 Supabase（走 Vercel Marketplace，環境變數會自動注入），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建一張表存紀錄，然後：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建完表一定要開 RLS，並加上讀寫的 policy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告訴我怎麼確認 RLS 真的生效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不要把 key 印在畫面上。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6060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🔴 anon key 本來就會出現在前端，它不是秘密 —— 真正的邊界是 RLS ＋ 最小權限 policy
建表後先開 RLS；在你寫出明確 policy 之前，前端不該讀得到任何資料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← 就是這層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那個綠勾勾 CI ← 也是這層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六張工單：環境 → 上線 → 調 AI → 存資料
agent-prompts　Agent prompt 模板
AGENTS.md　clone 完 Codex 就是你的助教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